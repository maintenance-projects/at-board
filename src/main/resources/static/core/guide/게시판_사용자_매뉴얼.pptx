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834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62895" cy="2286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4000" b="1">
                <a:solidFill>
                  <a:srgbClr val="FFFFFF"/>
                </a:solidFill>
                <a:latin typeface="Malgun Gothic"/>
              </a:rPr>
              <a:t>AT-BOARD</a:t>
            </a:r>
          </a:p>
          <a:p>
            <a:pPr algn="ctr"/>
            <a:r>
              <a:rPr sz="4000" b="1">
                <a:solidFill>
                  <a:srgbClr val="FFFFFF"/>
                </a:solidFill>
                <a:latin typeface="Malgun Gothic"/>
              </a:rPr>
              <a:t>게시판 사용자 매뉴얼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389120"/>
            <a:ext cx="10362895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0">
                <a:solidFill>
                  <a:srgbClr val="BDC3C7"/>
                </a:solidFill>
                <a:latin typeface="Malgun Gothic"/>
              </a:rPr>
              <a:t>2026년 2월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0" y="4023360"/>
            <a:ext cx="3047695" cy="36576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4572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>
                <a:solidFill>
                  <a:srgbClr val="2C3E50"/>
                </a:solidFill>
                <a:latin typeface="Malgun Gothic"/>
              </a:rPr>
              <a:t>목차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97280"/>
            <a:ext cx="10515600" cy="18288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" y="1463040"/>
            <a:ext cx="7315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>
                <a:solidFill>
                  <a:srgbClr val="3498DB"/>
                </a:solidFill>
                <a:latin typeface="Malgun Gothic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1463040"/>
            <a:ext cx="7315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0">
                <a:solidFill>
                  <a:srgbClr val="333333"/>
                </a:solidFill>
                <a:latin typeface="Malgun Gothic"/>
              </a:rPr>
              <a:t>게시글 목록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057400"/>
            <a:ext cx="7315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>
                <a:solidFill>
                  <a:srgbClr val="3498DB"/>
                </a:solidFill>
                <a:latin typeface="Malgun Gothic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2057400"/>
            <a:ext cx="7315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0">
                <a:solidFill>
                  <a:srgbClr val="333333"/>
                </a:solidFill>
                <a:latin typeface="Malgun Gothic"/>
              </a:rPr>
              <a:t>검색 기능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651760"/>
            <a:ext cx="7315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>
                <a:solidFill>
                  <a:srgbClr val="3498DB"/>
                </a:solidFill>
                <a:latin typeface="Malgun Gothic"/>
              </a:rP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2651760"/>
            <a:ext cx="7315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0">
                <a:solidFill>
                  <a:srgbClr val="333333"/>
                </a:solidFill>
                <a:latin typeface="Malgun Gothic"/>
              </a:rPr>
              <a:t>게시글 상세 보기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246120"/>
            <a:ext cx="7315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>
                <a:solidFill>
                  <a:srgbClr val="3498DB"/>
                </a:solidFill>
                <a:latin typeface="Malgun Gothic"/>
              </a:rPr>
              <a:t>04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3246120"/>
            <a:ext cx="7315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0">
                <a:solidFill>
                  <a:srgbClr val="333333"/>
                </a:solidFill>
                <a:latin typeface="Malgun Gothic"/>
              </a:rPr>
              <a:t>댓글 및 답글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840480"/>
            <a:ext cx="7315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>
                <a:solidFill>
                  <a:srgbClr val="3498DB"/>
                </a:solidFill>
                <a:latin typeface="Malgun Gothic"/>
              </a:rPr>
              <a:t>05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3840480"/>
            <a:ext cx="7315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0">
                <a:solidFill>
                  <a:srgbClr val="333333"/>
                </a:solidFill>
                <a:latin typeface="Malgun Gothic"/>
              </a:rPr>
              <a:t>글쓰기 - 에디터 &amp; 이미지 삽입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4434840"/>
            <a:ext cx="7315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>
                <a:solidFill>
                  <a:srgbClr val="3498DB"/>
                </a:solidFill>
                <a:latin typeface="Malgun Gothic"/>
              </a:rPr>
              <a:t>06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4434840"/>
            <a:ext cx="7315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0">
                <a:solidFill>
                  <a:srgbClr val="333333"/>
                </a:solidFill>
                <a:latin typeface="Malgun Gothic"/>
              </a:rPr>
              <a:t>글쓰기 - 첨부파일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5029200"/>
            <a:ext cx="7315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>
                <a:solidFill>
                  <a:srgbClr val="3498DB"/>
                </a:solidFill>
                <a:latin typeface="Malgun Gothic"/>
              </a:rPr>
              <a:t>07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5029200"/>
            <a:ext cx="7315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0">
                <a:solidFill>
                  <a:srgbClr val="333333"/>
                </a:solidFill>
                <a:latin typeface="Malgun Gothic"/>
              </a:rPr>
              <a:t>이미지 뷰어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5623560"/>
            <a:ext cx="7315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>
                <a:solidFill>
                  <a:srgbClr val="3498DB"/>
                </a:solidFill>
                <a:latin typeface="Malgun Gothic"/>
              </a:rPr>
              <a:t>08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28800" y="5623560"/>
            <a:ext cx="7315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0">
                <a:solidFill>
                  <a:srgbClr val="333333"/>
                </a:solidFill>
                <a:latin typeface="Malgun Gothic"/>
              </a:rPr>
              <a:t>모바일 화면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972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>
                <a:solidFill>
                  <a:srgbClr val="FFFFFF"/>
                </a:solidFill>
                <a:latin typeface="Malgun Gothic"/>
              </a:rPr>
              <a:t>1. 게시글 목록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" y="713232"/>
            <a:ext cx="3200400" cy="585216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592576" y="694944"/>
            <a:ext cx="8359647" cy="5888736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user_01_board_l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0864" y="713232"/>
            <a:ext cx="8323072" cy="5852160"/>
          </a:xfrm>
          <a:prstGeom prst="rect">
            <a:avLst/>
          </a:prstGeom>
        </p:spPr>
      </p:pic>
      <p:sp>
        <p:nvSpPr>
          <p:cNvPr id="7" name="Oval 6"/>
          <p:cNvSpPr/>
          <p:nvPr/>
        </p:nvSpPr>
        <p:spPr>
          <a:xfrm>
            <a:off x="237744" y="1072896"/>
            <a:ext cx="256032" cy="256032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Malgun Gothic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810768"/>
            <a:ext cx="2651760" cy="7802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333333"/>
                </a:solidFill>
                <a:latin typeface="Malgun Gothic"/>
              </a:rPr>
              <a:t>접속자 정보</a:t>
            </a:r>
          </a:p>
          <a:p>
            <a:pPr algn="l"/>
            <a:r>
              <a:rPr sz="1000" b="0">
                <a:solidFill>
                  <a:srgbClr val="333333"/>
                </a:solidFill>
                <a:latin typeface="Malgun Gothic"/>
              </a:rPr>
              <a:t>이름, 부서, 직위 표시</a:t>
            </a:r>
          </a:p>
        </p:txBody>
      </p:sp>
      <p:sp>
        <p:nvSpPr>
          <p:cNvPr id="9" name="Oval 8"/>
          <p:cNvSpPr/>
          <p:nvPr/>
        </p:nvSpPr>
        <p:spPr>
          <a:xfrm>
            <a:off x="4232338" y="1383644"/>
            <a:ext cx="256032" cy="256032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Malgun Gothic"/>
              </a:rPr>
              <a:t>1</a:t>
            </a:r>
          </a:p>
        </p:txBody>
      </p:sp>
      <p:sp>
        <p:nvSpPr>
          <p:cNvPr id="11" name="Oval 10"/>
          <p:cNvSpPr/>
          <p:nvPr/>
        </p:nvSpPr>
        <p:spPr>
          <a:xfrm>
            <a:off x="237744" y="2048256"/>
            <a:ext cx="256032" cy="256032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Malgun Gothic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786127"/>
            <a:ext cx="2651760" cy="7802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333333"/>
                </a:solidFill>
                <a:latin typeface="Malgun Gothic"/>
              </a:rPr>
              <a:t>카테고리(게시판) 목록</a:t>
            </a:r>
          </a:p>
          <a:p>
            <a:pPr algn="l"/>
            <a:r>
              <a:rPr sz="1000" b="0">
                <a:solidFill>
                  <a:srgbClr val="333333"/>
                </a:solidFill>
                <a:latin typeface="Malgun Gothic"/>
              </a:rPr>
              <a:t>[전사] 전 직원 공용</a:t>
            </a:r>
          </a:p>
          <a:p>
            <a:pPr algn="l"/>
            <a:r>
              <a:rPr sz="1000" b="0">
                <a:solidFill>
                  <a:srgbClr val="333333"/>
                </a:solidFill>
                <a:latin typeface="Malgun Gothic"/>
              </a:rPr>
              <a:t>[부서] 해당 부서 전용</a:t>
            </a:r>
          </a:p>
        </p:txBody>
      </p:sp>
      <p:sp>
        <p:nvSpPr>
          <p:cNvPr id="13" name="Oval 12"/>
          <p:cNvSpPr/>
          <p:nvPr/>
        </p:nvSpPr>
        <p:spPr>
          <a:xfrm>
            <a:off x="4232338" y="2492654"/>
            <a:ext cx="256032" cy="256032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Malgun Gothic"/>
              </a:rPr>
              <a:t>2</a:t>
            </a:r>
          </a:p>
        </p:txBody>
      </p:sp>
      <p:sp>
        <p:nvSpPr>
          <p:cNvPr id="15" name="Oval 14"/>
          <p:cNvSpPr/>
          <p:nvPr/>
        </p:nvSpPr>
        <p:spPr>
          <a:xfrm>
            <a:off x="237744" y="3023615"/>
            <a:ext cx="256032" cy="256032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Malgun Gothic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2761487"/>
            <a:ext cx="2651760" cy="7802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333333"/>
                </a:solidFill>
                <a:latin typeface="Malgun Gothic"/>
              </a:rPr>
              <a:t>게시글 카드</a:t>
            </a:r>
          </a:p>
          <a:p>
            <a:pPr algn="l"/>
            <a:r>
              <a:rPr sz="1000" b="0">
                <a:solidFill>
                  <a:srgbClr val="333333"/>
                </a:solidFill>
                <a:latin typeface="Malgun Gothic"/>
              </a:rPr>
              <a:t>제목, 작성자, 날짜</a:t>
            </a:r>
          </a:p>
          <a:p>
            <a:pPr algn="l"/>
            <a:r>
              <a:rPr sz="1000" b="0">
                <a:solidFill>
                  <a:srgbClr val="333333"/>
                </a:solidFill>
                <a:latin typeface="Malgun Gothic"/>
              </a:rPr>
              <a:t>내용 미리보기</a:t>
            </a:r>
          </a:p>
        </p:txBody>
      </p:sp>
      <p:sp>
        <p:nvSpPr>
          <p:cNvPr id="17" name="Oval 16"/>
          <p:cNvSpPr/>
          <p:nvPr/>
        </p:nvSpPr>
        <p:spPr>
          <a:xfrm>
            <a:off x="7477922" y="1872691"/>
            <a:ext cx="256032" cy="256032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Malgun Gothic"/>
              </a:rPr>
              <a:t>3</a:t>
            </a:r>
          </a:p>
        </p:txBody>
      </p:sp>
      <p:sp>
        <p:nvSpPr>
          <p:cNvPr id="19" name="Oval 18"/>
          <p:cNvSpPr/>
          <p:nvPr/>
        </p:nvSpPr>
        <p:spPr>
          <a:xfrm>
            <a:off x="237744" y="3998976"/>
            <a:ext cx="256032" cy="256032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Malgun Gothic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3736848"/>
            <a:ext cx="2651760" cy="7802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333333"/>
                </a:solidFill>
                <a:latin typeface="Malgun Gothic"/>
              </a:rPr>
              <a:t>좋아요/댓글/조회수</a:t>
            </a:r>
          </a:p>
          <a:p>
            <a:pPr algn="l"/>
            <a:r>
              <a:rPr sz="1000" b="0">
                <a:solidFill>
                  <a:srgbClr val="333333"/>
                </a:solidFill>
                <a:latin typeface="Malgun Gothic"/>
              </a:rPr>
              <a:t>하단 통계 아이콘</a:t>
            </a:r>
          </a:p>
        </p:txBody>
      </p:sp>
      <p:sp>
        <p:nvSpPr>
          <p:cNvPr id="21" name="Oval 20"/>
          <p:cNvSpPr/>
          <p:nvPr/>
        </p:nvSpPr>
        <p:spPr>
          <a:xfrm>
            <a:off x="6857608" y="3285743"/>
            <a:ext cx="256032" cy="256032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Malgun Gothic"/>
              </a:rPr>
              <a:t>4</a:t>
            </a:r>
          </a:p>
        </p:txBody>
      </p:sp>
      <p:sp>
        <p:nvSpPr>
          <p:cNvPr id="23" name="Oval 22"/>
          <p:cNvSpPr/>
          <p:nvPr/>
        </p:nvSpPr>
        <p:spPr>
          <a:xfrm>
            <a:off x="237744" y="4974336"/>
            <a:ext cx="256032" cy="256032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Malgun Gothic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4712208"/>
            <a:ext cx="2651760" cy="7802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333333"/>
                </a:solidFill>
                <a:latin typeface="Malgun Gothic"/>
              </a:rPr>
              <a:t>N 배지</a:t>
            </a:r>
          </a:p>
          <a:p>
            <a:pPr algn="l"/>
            <a:r>
              <a:rPr sz="1000" b="0">
                <a:solidFill>
                  <a:srgbClr val="333333"/>
                </a:solidFill>
                <a:latin typeface="Malgun Gothic"/>
              </a:rPr>
              <a:t>새 게시글 표시</a:t>
            </a:r>
          </a:p>
        </p:txBody>
      </p:sp>
      <p:sp>
        <p:nvSpPr>
          <p:cNvPr id="25" name="Oval 24"/>
          <p:cNvSpPr/>
          <p:nvPr/>
        </p:nvSpPr>
        <p:spPr>
          <a:xfrm>
            <a:off x="5416377" y="2114610"/>
            <a:ext cx="256032" cy="256032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Malgun Gothic"/>
              </a:rPr>
              <a:t>5</a:t>
            </a:r>
          </a:p>
        </p:txBody>
      </p:sp>
      <p:sp>
        <p:nvSpPr>
          <p:cNvPr id="27" name="Oval 26"/>
          <p:cNvSpPr/>
          <p:nvPr/>
        </p:nvSpPr>
        <p:spPr>
          <a:xfrm>
            <a:off x="237744" y="5949696"/>
            <a:ext cx="256032" cy="256032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Malgun Gothic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5687568"/>
            <a:ext cx="2651760" cy="7802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333333"/>
                </a:solidFill>
                <a:latin typeface="Malgun Gothic"/>
              </a:rPr>
              <a:t>검색/글쓰기 아이콘</a:t>
            </a:r>
          </a:p>
          <a:p>
            <a:pPr algn="l"/>
            <a:r>
              <a:rPr sz="1000" b="0">
                <a:solidFill>
                  <a:srgbClr val="333333"/>
                </a:solidFill>
                <a:latin typeface="Malgun Gothic"/>
              </a:rPr>
              <a:t>상단 우측 버튼</a:t>
            </a:r>
          </a:p>
        </p:txBody>
      </p:sp>
      <p:sp>
        <p:nvSpPr>
          <p:cNvPr id="29" name="Oval 28"/>
          <p:cNvSpPr/>
          <p:nvPr/>
        </p:nvSpPr>
        <p:spPr>
          <a:xfrm>
            <a:off x="10845596" y="760780"/>
            <a:ext cx="256032" cy="256032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Malgun Gothic"/>
              </a:rPr>
              <a:t>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972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>
                <a:solidFill>
                  <a:srgbClr val="FFFFFF"/>
                </a:solidFill>
                <a:latin typeface="Malgun Gothic"/>
              </a:rPr>
              <a:t>2. 검색 기능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" y="713232"/>
            <a:ext cx="3200400" cy="585216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592576" y="694944"/>
            <a:ext cx="8359647" cy="5888736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user_02_search_pa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0864" y="713232"/>
            <a:ext cx="8323072" cy="5852160"/>
          </a:xfrm>
          <a:prstGeom prst="rect">
            <a:avLst/>
          </a:prstGeom>
        </p:spPr>
      </p:pic>
      <p:sp>
        <p:nvSpPr>
          <p:cNvPr id="7" name="Oval 6"/>
          <p:cNvSpPr/>
          <p:nvPr/>
        </p:nvSpPr>
        <p:spPr>
          <a:xfrm>
            <a:off x="237744" y="1316736"/>
            <a:ext cx="256032" cy="256032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Malgun Gothic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859536"/>
            <a:ext cx="2651760" cy="11704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333333"/>
                </a:solidFill>
                <a:latin typeface="Malgun Gothic"/>
              </a:rPr>
              <a:t>검색 아이콘 클릭</a:t>
            </a:r>
          </a:p>
          <a:p>
            <a:pPr algn="l"/>
            <a:r>
              <a:rPr sz="1000" b="0">
                <a:solidFill>
                  <a:srgbClr val="333333"/>
                </a:solidFill>
                <a:latin typeface="Malgun Gothic"/>
              </a:rPr>
              <a:t>패널이 펼쳐집니다</a:t>
            </a:r>
          </a:p>
        </p:txBody>
      </p:sp>
      <p:sp>
        <p:nvSpPr>
          <p:cNvPr id="9" name="Oval 8"/>
          <p:cNvSpPr/>
          <p:nvPr/>
        </p:nvSpPr>
        <p:spPr>
          <a:xfrm>
            <a:off x="10717580" y="760780"/>
            <a:ext cx="256032" cy="256032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Malgun Gothic"/>
              </a:rPr>
              <a:t>1</a:t>
            </a:r>
          </a:p>
        </p:txBody>
      </p:sp>
      <p:sp>
        <p:nvSpPr>
          <p:cNvPr id="11" name="Oval 10"/>
          <p:cNvSpPr/>
          <p:nvPr/>
        </p:nvSpPr>
        <p:spPr>
          <a:xfrm>
            <a:off x="237744" y="2779776"/>
            <a:ext cx="256032" cy="256032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Malgun Gothic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322576"/>
            <a:ext cx="2651760" cy="11704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333333"/>
                </a:solidFill>
                <a:latin typeface="Malgun Gothic"/>
              </a:rPr>
              <a:t>검색 유형 선택</a:t>
            </a:r>
          </a:p>
          <a:p>
            <a:pPr algn="l"/>
            <a:r>
              <a:rPr sz="1000" b="0">
                <a:solidFill>
                  <a:srgbClr val="333333"/>
                </a:solidFill>
                <a:latin typeface="Malgun Gothic"/>
              </a:rPr>
              <a:t>제목+내용 / 제목</a:t>
            </a:r>
          </a:p>
          <a:p>
            <a:pPr algn="l"/>
            <a:r>
              <a:rPr sz="1000" b="0">
                <a:solidFill>
                  <a:srgbClr val="333333"/>
                </a:solidFill>
                <a:latin typeface="Malgun Gothic"/>
              </a:rPr>
              <a:t>내용 / 작성자</a:t>
            </a:r>
          </a:p>
        </p:txBody>
      </p:sp>
      <p:sp>
        <p:nvSpPr>
          <p:cNvPr id="13" name="Oval 12"/>
          <p:cNvSpPr/>
          <p:nvPr/>
        </p:nvSpPr>
        <p:spPr>
          <a:xfrm>
            <a:off x="5124474" y="1188720"/>
            <a:ext cx="256032" cy="256032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Malgun Gothic"/>
              </a:rPr>
              <a:t>2</a:t>
            </a:r>
          </a:p>
        </p:txBody>
      </p:sp>
      <p:sp>
        <p:nvSpPr>
          <p:cNvPr id="15" name="Oval 14"/>
          <p:cNvSpPr/>
          <p:nvPr/>
        </p:nvSpPr>
        <p:spPr>
          <a:xfrm>
            <a:off x="237744" y="4242816"/>
            <a:ext cx="256032" cy="256032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Malgun Gothic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3785616"/>
            <a:ext cx="2651760" cy="11704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333333"/>
                </a:solidFill>
                <a:latin typeface="Malgun Gothic"/>
              </a:rPr>
              <a:t>검색어 입력</a:t>
            </a:r>
          </a:p>
          <a:p>
            <a:pPr algn="l"/>
            <a:r>
              <a:rPr sz="1000" b="0">
                <a:solidFill>
                  <a:srgbClr val="333333"/>
                </a:solidFill>
                <a:latin typeface="Malgun Gothic"/>
              </a:rPr>
              <a:t>Enter 또는 버튼 클릭</a:t>
            </a:r>
          </a:p>
        </p:txBody>
      </p:sp>
      <p:sp>
        <p:nvSpPr>
          <p:cNvPr id="17" name="Oval 16"/>
          <p:cNvSpPr/>
          <p:nvPr/>
        </p:nvSpPr>
        <p:spPr>
          <a:xfrm>
            <a:off x="6894116" y="1170432"/>
            <a:ext cx="256032" cy="256032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Malgun Gothic"/>
              </a:rPr>
              <a:t>3</a:t>
            </a:r>
          </a:p>
        </p:txBody>
      </p:sp>
      <p:sp>
        <p:nvSpPr>
          <p:cNvPr id="19" name="Oval 18"/>
          <p:cNvSpPr/>
          <p:nvPr/>
        </p:nvSpPr>
        <p:spPr>
          <a:xfrm>
            <a:off x="237744" y="5705856"/>
            <a:ext cx="256032" cy="256032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Malgun Gothic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5248656"/>
            <a:ext cx="2651760" cy="11704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333333"/>
                </a:solidFill>
                <a:latin typeface="Malgun Gothic"/>
              </a:rPr>
              <a:t>검색 실행 버튼</a:t>
            </a:r>
          </a:p>
        </p:txBody>
      </p:sp>
      <p:sp>
        <p:nvSpPr>
          <p:cNvPr id="21" name="Oval 20"/>
          <p:cNvSpPr/>
          <p:nvPr/>
        </p:nvSpPr>
        <p:spPr>
          <a:xfrm>
            <a:off x="9763597" y="1170432"/>
            <a:ext cx="256032" cy="256032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Malgun Gothic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972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>
                <a:solidFill>
                  <a:srgbClr val="FFFFFF"/>
                </a:solidFill>
                <a:latin typeface="Malgun Gothic"/>
              </a:rPr>
              <a:t>3. 게시글 상세 보기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" y="713232"/>
            <a:ext cx="3200400" cy="585216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592576" y="694944"/>
            <a:ext cx="8359647" cy="5888736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user_03_board_deta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0864" y="713232"/>
            <a:ext cx="8323072" cy="5852160"/>
          </a:xfrm>
          <a:prstGeom prst="rect">
            <a:avLst/>
          </a:prstGeom>
        </p:spPr>
      </p:pic>
      <p:sp>
        <p:nvSpPr>
          <p:cNvPr id="7" name="Oval 6"/>
          <p:cNvSpPr/>
          <p:nvPr/>
        </p:nvSpPr>
        <p:spPr>
          <a:xfrm>
            <a:off x="237744" y="1072896"/>
            <a:ext cx="256032" cy="256032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Malgun Gothic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810768"/>
            <a:ext cx="2651760" cy="7802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333333"/>
                </a:solidFill>
                <a:latin typeface="Malgun Gothic"/>
              </a:rPr>
              <a:t>게시글 제목</a:t>
            </a:r>
          </a:p>
        </p:txBody>
      </p:sp>
      <p:sp>
        <p:nvSpPr>
          <p:cNvPr id="9" name="Oval 8"/>
          <p:cNvSpPr/>
          <p:nvPr/>
        </p:nvSpPr>
        <p:spPr>
          <a:xfrm>
            <a:off x="4324908" y="1523260"/>
            <a:ext cx="256032" cy="256032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Malgun Gothic"/>
              </a:rPr>
              <a:t>1</a:t>
            </a:r>
          </a:p>
        </p:txBody>
      </p:sp>
      <p:sp>
        <p:nvSpPr>
          <p:cNvPr id="11" name="Oval 10"/>
          <p:cNvSpPr/>
          <p:nvPr/>
        </p:nvSpPr>
        <p:spPr>
          <a:xfrm>
            <a:off x="237744" y="2048256"/>
            <a:ext cx="256032" cy="256032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Malgun Gothic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786127"/>
            <a:ext cx="2651760" cy="7802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333333"/>
                </a:solidFill>
                <a:latin typeface="Malgun Gothic"/>
              </a:rPr>
              <a:t>작성자 정보</a:t>
            </a:r>
          </a:p>
          <a:p>
            <a:pPr algn="l"/>
            <a:r>
              <a:rPr sz="1000" b="0">
                <a:solidFill>
                  <a:srgbClr val="333333"/>
                </a:solidFill>
                <a:latin typeface="Malgun Gothic"/>
              </a:rPr>
              <a:t>프로필 사진, 부서</a:t>
            </a:r>
          </a:p>
          <a:p>
            <a:pPr algn="l"/>
            <a:r>
              <a:rPr sz="1000" b="0">
                <a:solidFill>
                  <a:srgbClr val="333333"/>
                </a:solidFill>
                <a:latin typeface="Malgun Gothic"/>
              </a:rPr>
              <a:t>이름, 직위, 날짜, 조회수</a:t>
            </a:r>
          </a:p>
        </p:txBody>
      </p:sp>
      <p:sp>
        <p:nvSpPr>
          <p:cNvPr id="13" name="Oval 12"/>
          <p:cNvSpPr/>
          <p:nvPr/>
        </p:nvSpPr>
        <p:spPr>
          <a:xfrm>
            <a:off x="4324908" y="1833455"/>
            <a:ext cx="256032" cy="256032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Malgun Gothic"/>
              </a:rPr>
              <a:t>2</a:t>
            </a:r>
          </a:p>
        </p:txBody>
      </p:sp>
      <p:sp>
        <p:nvSpPr>
          <p:cNvPr id="15" name="Oval 14"/>
          <p:cNvSpPr/>
          <p:nvPr/>
        </p:nvSpPr>
        <p:spPr>
          <a:xfrm>
            <a:off x="237744" y="3023615"/>
            <a:ext cx="256032" cy="256032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Malgun Gothic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2761487"/>
            <a:ext cx="2651760" cy="7802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333333"/>
                </a:solidFill>
                <a:latin typeface="Malgun Gothic"/>
              </a:rPr>
              <a:t>본문 내용</a:t>
            </a:r>
          </a:p>
          <a:p>
            <a:pPr algn="l"/>
            <a:r>
              <a:rPr sz="1000" b="0">
                <a:solidFill>
                  <a:srgbClr val="333333"/>
                </a:solidFill>
                <a:latin typeface="Malgun Gothic"/>
              </a:rPr>
              <a:t>이미지 클릭 시 확대 보기</a:t>
            </a:r>
          </a:p>
        </p:txBody>
      </p:sp>
      <p:sp>
        <p:nvSpPr>
          <p:cNvPr id="17" name="Oval 16"/>
          <p:cNvSpPr/>
          <p:nvPr/>
        </p:nvSpPr>
        <p:spPr>
          <a:xfrm>
            <a:off x="4324908" y="2260396"/>
            <a:ext cx="256032" cy="256032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Malgun Gothic"/>
              </a:rPr>
              <a:t>3</a:t>
            </a:r>
          </a:p>
        </p:txBody>
      </p:sp>
      <p:sp>
        <p:nvSpPr>
          <p:cNvPr id="19" name="Oval 18"/>
          <p:cNvSpPr/>
          <p:nvPr/>
        </p:nvSpPr>
        <p:spPr>
          <a:xfrm>
            <a:off x="237744" y="3998976"/>
            <a:ext cx="256032" cy="256032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Malgun Gothic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3736848"/>
            <a:ext cx="2651760" cy="7802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333333"/>
                </a:solidFill>
                <a:latin typeface="Malgun Gothic"/>
              </a:rPr>
              <a:t>첨부파일 다운로드</a:t>
            </a:r>
          </a:p>
          <a:p>
            <a:pPr algn="l"/>
            <a:r>
              <a:rPr sz="1000" b="0">
                <a:solidFill>
                  <a:srgbClr val="333333"/>
                </a:solidFill>
                <a:latin typeface="Malgun Gothic"/>
              </a:rPr>
              <a:t>파일명, 크기, 보관기한 표시</a:t>
            </a:r>
          </a:p>
          <a:p>
            <a:pPr algn="l"/>
            <a:r>
              <a:rPr sz="1000" b="0">
                <a:solidFill>
                  <a:srgbClr val="333333"/>
                </a:solidFill>
                <a:latin typeface="Malgun Gothic"/>
              </a:rPr>
              <a:t>클릭하여 다운로드</a:t>
            </a:r>
          </a:p>
        </p:txBody>
      </p:sp>
      <p:sp>
        <p:nvSpPr>
          <p:cNvPr id="21" name="Oval 20"/>
          <p:cNvSpPr/>
          <p:nvPr/>
        </p:nvSpPr>
        <p:spPr>
          <a:xfrm>
            <a:off x="4357234" y="3742944"/>
            <a:ext cx="256032" cy="256032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Malgun Gothic"/>
              </a:rPr>
              <a:t>4</a:t>
            </a:r>
          </a:p>
        </p:txBody>
      </p:sp>
      <p:sp>
        <p:nvSpPr>
          <p:cNvPr id="23" name="Oval 22"/>
          <p:cNvSpPr/>
          <p:nvPr/>
        </p:nvSpPr>
        <p:spPr>
          <a:xfrm>
            <a:off x="237744" y="4974336"/>
            <a:ext cx="256032" cy="256032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Malgun Gothic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4712208"/>
            <a:ext cx="2651760" cy="7802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333333"/>
                </a:solidFill>
                <a:latin typeface="Malgun Gothic"/>
              </a:rPr>
              <a:t>좋아요 버튼</a:t>
            </a:r>
          </a:p>
          <a:p>
            <a:pPr algn="l"/>
            <a:r>
              <a:rPr sz="1000" b="0">
                <a:solidFill>
                  <a:srgbClr val="333333"/>
                </a:solidFill>
                <a:latin typeface="Malgun Gothic"/>
              </a:rPr>
              <a:t>하트 아이콘 클릭으로 공감</a:t>
            </a:r>
          </a:p>
        </p:txBody>
      </p:sp>
      <p:sp>
        <p:nvSpPr>
          <p:cNvPr id="25" name="Oval 24"/>
          <p:cNvSpPr/>
          <p:nvPr/>
        </p:nvSpPr>
        <p:spPr>
          <a:xfrm>
            <a:off x="7228748" y="4805236"/>
            <a:ext cx="256032" cy="256032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Malgun Gothic"/>
              </a:rPr>
              <a:t>5</a:t>
            </a:r>
          </a:p>
        </p:txBody>
      </p:sp>
      <p:sp>
        <p:nvSpPr>
          <p:cNvPr id="27" name="Oval 26"/>
          <p:cNvSpPr/>
          <p:nvPr/>
        </p:nvSpPr>
        <p:spPr>
          <a:xfrm>
            <a:off x="237744" y="5949696"/>
            <a:ext cx="256032" cy="256032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Malgun Gothic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5687568"/>
            <a:ext cx="2651760" cy="7802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333333"/>
                </a:solidFill>
                <a:latin typeface="Malgun Gothic"/>
              </a:rPr>
              <a:t>댓글 영역</a:t>
            </a:r>
          </a:p>
          <a:p>
            <a:pPr algn="l"/>
            <a:r>
              <a:rPr sz="1000" b="0">
                <a:solidFill>
                  <a:srgbClr val="333333"/>
                </a:solidFill>
                <a:latin typeface="Malgun Gothic"/>
              </a:rPr>
              <a:t>댓글 작성 및 답글</a:t>
            </a:r>
          </a:p>
        </p:txBody>
      </p:sp>
      <p:sp>
        <p:nvSpPr>
          <p:cNvPr id="29" name="Oval 28"/>
          <p:cNvSpPr/>
          <p:nvPr/>
        </p:nvSpPr>
        <p:spPr>
          <a:xfrm>
            <a:off x="5563616" y="5559552"/>
            <a:ext cx="256032" cy="256032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Malgun Gothic"/>
              </a:rPr>
              <a:t>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972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>
                <a:solidFill>
                  <a:srgbClr val="FFFFFF"/>
                </a:solidFill>
                <a:latin typeface="Malgun Gothic"/>
              </a:rPr>
              <a:t>4. 댓글 및 답글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" y="713232"/>
            <a:ext cx="3200400" cy="585216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592576" y="694944"/>
            <a:ext cx="8359647" cy="5888736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user_04_comm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0864" y="713232"/>
            <a:ext cx="8323072" cy="5852160"/>
          </a:xfrm>
          <a:prstGeom prst="rect">
            <a:avLst/>
          </a:prstGeom>
        </p:spPr>
      </p:pic>
      <p:sp>
        <p:nvSpPr>
          <p:cNvPr id="7" name="Oval 6"/>
          <p:cNvSpPr/>
          <p:nvPr/>
        </p:nvSpPr>
        <p:spPr>
          <a:xfrm>
            <a:off x="237744" y="1170432"/>
            <a:ext cx="256032" cy="256032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Malgun Gothic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830275"/>
            <a:ext cx="2651760" cy="936345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333333"/>
                </a:solidFill>
                <a:latin typeface="Malgun Gothic"/>
              </a:rPr>
              <a:t>댓글 입력창</a:t>
            </a:r>
          </a:p>
          <a:p>
            <a:pPr algn="l"/>
            <a:r>
              <a:rPr sz="1000" b="0">
                <a:solidFill>
                  <a:srgbClr val="333333"/>
                </a:solidFill>
                <a:latin typeface="Malgun Gothic"/>
              </a:rPr>
              <a:t>내용을 입력합니다</a:t>
            </a:r>
          </a:p>
        </p:txBody>
      </p:sp>
      <p:sp>
        <p:nvSpPr>
          <p:cNvPr id="9" name="Oval 8"/>
          <p:cNvSpPr/>
          <p:nvPr/>
        </p:nvSpPr>
        <p:spPr>
          <a:xfrm>
            <a:off x="5569955" y="3101644"/>
            <a:ext cx="256032" cy="256032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Malgun Gothic"/>
              </a:rPr>
              <a:t>1</a:t>
            </a:r>
          </a:p>
        </p:txBody>
      </p:sp>
      <p:sp>
        <p:nvSpPr>
          <p:cNvPr id="11" name="Oval 10"/>
          <p:cNvSpPr/>
          <p:nvPr/>
        </p:nvSpPr>
        <p:spPr>
          <a:xfrm>
            <a:off x="237744" y="2340864"/>
            <a:ext cx="256032" cy="256032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Malgun Gothic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000707"/>
            <a:ext cx="2651760" cy="936345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333333"/>
                </a:solidFill>
                <a:latin typeface="Malgun Gothic"/>
              </a:rPr>
              <a:t>등록 버튼</a:t>
            </a:r>
          </a:p>
          <a:p>
            <a:pPr algn="l"/>
            <a:r>
              <a:rPr sz="1000" b="0">
                <a:solidFill>
                  <a:srgbClr val="333333"/>
                </a:solidFill>
                <a:latin typeface="Malgun Gothic"/>
              </a:rPr>
              <a:t>댓글 작성 완료</a:t>
            </a:r>
          </a:p>
        </p:txBody>
      </p:sp>
      <p:sp>
        <p:nvSpPr>
          <p:cNvPr id="13" name="Oval 12"/>
          <p:cNvSpPr/>
          <p:nvPr/>
        </p:nvSpPr>
        <p:spPr>
          <a:xfrm>
            <a:off x="10198622" y="3686860"/>
            <a:ext cx="256032" cy="256032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Malgun Gothic"/>
              </a:rPr>
              <a:t>2</a:t>
            </a:r>
          </a:p>
        </p:txBody>
      </p:sp>
      <p:sp>
        <p:nvSpPr>
          <p:cNvPr id="15" name="Oval 14"/>
          <p:cNvSpPr/>
          <p:nvPr/>
        </p:nvSpPr>
        <p:spPr>
          <a:xfrm>
            <a:off x="237744" y="3511296"/>
            <a:ext cx="256032" cy="256032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Malgun Gothic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3171139"/>
            <a:ext cx="2651760" cy="936345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333333"/>
                </a:solidFill>
                <a:latin typeface="Malgun Gothic"/>
              </a:rPr>
              <a:t>댓글 작성자</a:t>
            </a:r>
          </a:p>
          <a:p>
            <a:pPr algn="l"/>
            <a:r>
              <a:rPr sz="1000" b="0">
                <a:solidFill>
                  <a:srgbClr val="333333"/>
                </a:solidFill>
                <a:latin typeface="Malgun Gothic"/>
              </a:rPr>
              <a:t>프로필, 이름, 직위, 날짜</a:t>
            </a:r>
          </a:p>
        </p:txBody>
      </p:sp>
      <p:sp>
        <p:nvSpPr>
          <p:cNvPr id="17" name="Oval 16"/>
          <p:cNvSpPr/>
          <p:nvPr/>
        </p:nvSpPr>
        <p:spPr>
          <a:xfrm>
            <a:off x="4392046" y="4125772"/>
            <a:ext cx="256032" cy="256032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Malgun Gothic"/>
              </a:rPr>
              <a:t>3</a:t>
            </a:r>
          </a:p>
        </p:txBody>
      </p:sp>
      <p:sp>
        <p:nvSpPr>
          <p:cNvPr id="19" name="Oval 18"/>
          <p:cNvSpPr/>
          <p:nvPr/>
        </p:nvSpPr>
        <p:spPr>
          <a:xfrm>
            <a:off x="237744" y="4681728"/>
            <a:ext cx="256032" cy="256032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Malgun Gothic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4341571"/>
            <a:ext cx="2651760" cy="936345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333333"/>
                </a:solidFill>
                <a:latin typeface="Malgun Gothic"/>
              </a:rPr>
              <a:t>답글 버튼</a:t>
            </a:r>
          </a:p>
          <a:p>
            <a:pPr algn="l"/>
            <a:r>
              <a:rPr sz="1000" b="0">
                <a:solidFill>
                  <a:srgbClr val="333333"/>
                </a:solidFill>
                <a:latin typeface="Malgun Gothic"/>
              </a:rPr>
              <a:t>해당 댓글에 답글 작성</a:t>
            </a:r>
          </a:p>
        </p:txBody>
      </p:sp>
      <p:sp>
        <p:nvSpPr>
          <p:cNvPr id="21" name="Oval 20"/>
          <p:cNvSpPr/>
          <p:nvPr/>
        </p:nvSpPr>
        <p:spPr>
          <a:xfrm>
            <a:off x="4392046" y="4564684"/>
            <a:ext cx="256032" cy="256032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Malgun Gothic"/>
              </a:rPr>
              <a:t>4</a:t>
            </a:r>
          </a:p>
        </p:txBody>
      </p:sp>
      <p:sp>
        <p:nvSpPr>
          <p:cNvPr id="23" name="Oval 22"/>
          <p:cNvSpPr/>
          <p:nvPr/>
        </p:nvSpPr>
        <p:spPr>
          <a:xfrm>
            <a:off x="237744" y="5852160"/>
            <a:ext cx="256032" cy="256032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Malgun Gothic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5512003"/>
            <a:ext cx="2651760" cy="936345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333333"/>
                </a:solidFill>
                <a:latin typeface="Malgun Gothic"/>
              </a:rPr>
              <a:t>수정 / 삭제</a:t>
            </a:r>
          </a:p>
          <a:p>
            <a:pPr algn="l"/>
            <a:r>
              <a:rPr sz="1000" b="0">
                <a:solidFill>
                  <a:srgbClr val="333333"/>
                </a:solidFill>
                <a:latin typeface="Malgun Gothic"/>
              </a:rPr>
              <a:t>본인 댓글만 가능</a:t>
            </a:r>
          </a:p>
        </p:txBody>
      </p:sp>
      <p:sp>
        <p:nvSpPr>
          <p:cNvPr id="25" name="Oval 24"/>
          <p:cNvSpPr/>
          <p:nvPr/>
        </p:nvSpPr>
        <p:spPr>
          <a:xfrm>
            <a:off x="5786883" y="4564684"/>
            <a:ext cx="256032" cy="256032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Malgun Gothic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972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>
                <a:solidFill>
                  <a:srgbClr val="FFFFFF"/>
                </a:solidFill>
                <a:latin typeface="Malgun Gothic"/>
              </a:rPr>
              <a:t>5. 글쓰기 - 에디터 &amp; 이미지 삽입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" y="713232"/>
            <a:ext cx="3200400" cy="585216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592576" y="694944"/>
            <a:ext cx="8359647" cy="5888736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user_06_wr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0864" y="713232"/>
            <a:ext cx="8323072" cy="5852160"/>
          </a:xfrm>
          <a:prstGeom prst="rect">
            <a:avLst/>
          </a:prstGeom>
        </p:spPr>
      </p:pic>
      <p:sp>
        <p:nvSpPr>
          <p:cNvPr id="7" name="Oval 6"/>
          <p:cNvSpPr/>
          <p:nvPr/>
        </p:nvSpPr>
        <p:spPr>
          <a:xfrm>
            <a:off x="237744" y="1170432"/>
            <a:ext cx="256032" cy="256032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Malgun Gothic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830275"/>
            <a:ext cx="2651760" cy="936345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333333"/>
                </a:solidFill>
                <a:latin typeface="Malgun Gothic"/>
              </a:rPr>
              <a:t>게시판 선택</a:t>
            </a:r>
          </a:p>
          <a:p>
            <a:pPr algn="l"/>
            <a:r>
              <a:rPr sz="1000" b="0">
                <a:solidFill>
                  <a:srgbClr val="333333"/>
                </a:solidFill>
                <a:latin typeface="Malgun Gothic"/>
              </a:rPr>
              <a:t>드롭다운에서 게시판 선택</a:t>
            </a:r>
          </a:p>
        </p:txBody>
      </p:sp>
      <p:sp>
        <p:nvSpPr>
          <p:cNvPr id="9" name="Oval 8"/>
          <p:cNvSpPr/>
          <p:nvPr/>
        </p:nvSpPr>
        <p:spPr>
          <a:xfrm>
            <a:off x="4143595" y="1345996"/>
            <a:ext cx="256032" cy="256032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Malgun Gothic"/>
              </a:rPr>
              <a:t>1</a:t>
            </a:r>
          </a:p>
        </p:txBody>
      </p:sp>
      <p:sp>
        <p:nvSpPr>
          <p:cNvPr id="11" name="Oval 10"/>
          <p:cNvSpPr/>
          <p:nvPr/>
        </p:nvSpPr>
        <p:spPr>
          <a:xfrm>
            <a:off x="237744" y="2340864"/>
            <a:ext cx="256032" cy="256032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Malgun Gothic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000707"/>
            <a:ext cx="2651760" cy="936345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333333"/>
                </a:solidFill>
                <a:latin typeface="Malgun Gothic"/>
              </a:rPr>
              <a:t>제목 입력</a:t>
            </a:r>
          </a:p>
          <a:p>
            <a:pPr algn="l"/>
            <a:r>
              <a:rPr sz="1000" b="0">
                <a:solidFill>
                  <a:srgbClr val="333333"/>
                </a:solidFill>
                <a:latin typeface="Malgun Gothic"/>
              </a:rPr>
              <a:t>최대 100자</a:t>
            </a:r>
          </a:p>
        </p:txBody>
      </p:sp>
      <p:sp>
        <p:nvSpPr>
          <p:cNvPr id="13" name="Oval 12"/>
          <p:cNvSpPr/>
          <p:nvPr/>
        </p:nvSpPr>
        <p:spPr>
          <a:xfrm>
            <a:off x="4143595" y="1766620"/>
            <a:ext cx="256032" cy="256032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Malgun Gothic"/>
              </a:rPr>
              <a:t>2</a:t>
            </a:r>
          </a:p>
        </p:txBody>
      </p:sp>
      <p:sp>
        <p:nvSpPr>
          <p:cNvPr id="15" name="Oval 14"/>
          <p:cNvSpPr/>
          <p:nvPr/>
        </p:nvSpPr>
        <p:spPr>
          <a:xfrm>
            <a:off x="237744" y="3511296"/>
            <a:ext cx="256032" cy="256032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Malgun Gothic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3171139"/>
            <a:ext cx="2651760" cy="936345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333333"/>
                </a:solidFill>
                <a:latin typeface="Malgun Gothic"/>
              </a:rPr>
              <a:t>서식 도구</a:t>
            </a:r>
          </a:p>
          <a:p>
            <a:pPr algn="l"/>
            <a:r>
              <a:rPr sz="1000" b="0">
                <a:solidFill>
                  <a:srgbClr val="333333"/>
                </a:solidFill>
                <a:latin typeface="Malgun Gothic"/>
              </a:rPr>
              <a:t>B 굵게 / I 기울임 / U 밑줄</a:t>
            </a:r>
          </a:p>
          <a:p>
            <a:pPr algn="l"/>
            <a:r>
              <a:rPr sz="1000" b="0">
                <a:solidFill>
                  <a:srgbClr val="333333"/>
                </a:solidFill>
                <a:latin typeface="Malgun Gothic"/>
              </a:rPr>
              <a:t>글머리 기호, 번호 목록</a:t>
            </a:r>
          </a:p>
        </p:txBody>
      </p:sp>
      <p:sp>
        <p:nvSpPr>
          <p:cNvPr id="17" name="Oval 16"/>
          <p:cNvSpPr/>
          <p:nvPr/>
        </p:nvSpPr>
        <p:spPr>
          <a:xfrm>
            <a:off x="4143595" y="2165299"/>
            <a:ext cx="256032" cy="256032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Malgun Gothic"/>
              </a:rPr>
              <a:t>3</a:t>
            </a:r>
          </a:p>
        </p:txBody>
      </p:sp>
      <p:sp>
        <p:nvSpPr>
          <p:cNvPr id="19" name="Oval 18"/>
          <p:cNvSpPr/>
          <p:nvPr/>
        </p:nvSpPr>
        <p:spPr>
          <a:xfrm>
            <a:off x="237744" y="4681728"/>
            <a:ext cx="256032" cy="256032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Malgun Gothic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4341571"/>
            <a:ext cx="2651760" cy="936345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333333"/>
                </a:solidFill>
                <a:latin typeface="Malgun Gothic"/>
              </a:rPr>
              <a:t>이미지 삽입 버튼</a:t>
            </a:r>
          </a:p>
          <a:p>
            <a:pPr algn="l"/>
            <a:r>
              <a:rPr sz="1000" b="0">
                <a:solidFill>
                  <a:srgbClr val="333333"/>
                </a:solidFill>
                <a:latin typeface="Malgun Gothic"/>
              </a:rPr>
              <a:t>클릭하여 본문에 이미지 추가</a:t>
            </a:r>
          </a:p>
          <a:p>
            <a:pPr algn="l"/>
            <a:r>
              <a:rPr sz="1000" b="0">
                <a:solidFill>
                  <a:srgbClr val="333333"/>
                </a:solidFill>
                <a:latin typeface="Malgun Gothic"/>
              </a:rPr>
              <a:t>또는 Ctrl+V로 붙여넣기</a:t>
            </a:r>
          </a:p>
        </p:txBody>
      </p:sp>
      <p:sp>
        <p:nvSpPr>
          <p:cNvPr id="21" name="Oval 20"/>
          <p:cNvSpPr/>
          <p:nvPr/>
        </p:nvSpPr>
        <p:spPr>
          <a:xfrm>
            <a:off x="7106554" y="2397612"/>
            <a:ext cx="256032" cy="256032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Malgun Gothic"/>
              </a:rPr>
              <a:t>4</a:t>
            </a:r>
          </a:p>
        </p:txBody>
      </p:sp>
      <p:sp>
        <p:nvSpPr>
          <p:cNvPr id="23" name="Oval 22"/>
          <p:cNvSpPr/>
          <p:nvPr/>
        </p:nvSpPr>
        <p:spPr>
          <a:xfrm>
            <a:off x="237744" y="5852160"/>
            <a:ext cx="256032" cy="256032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Malgun Gothic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5512003"/>
            <a:ext cx="2651760" cy="936345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333333"/>
                </a:solidFill>
                <a:latin typeface="Malgun Gothic"/>
              </a:rPr>
              <a:t>본문 작성 영역</a:t>
            </a:r>
          </a:p>
          <a:p>
            <a:pPr algn="l"/>
            <a:r>
              <a:rPr sz="1000" b="0">
                <a:solidFill>
                  <a:srgbClr val="333333"/>
                </a:solidFill>
                <a:latin typeface="Malgun Gothic"/>
              </a:rPr>
              <a:t>텍스트와 이미지를 자유롭게 배치</a:t>
            </a:r>
          </a:p>
        </p:txBody>
      </p:sp>
      <p:sp>
        <p:nvSpPr>
          <p:cNvPr id="25" name="Oval 24"/>
          <p:cNvSpPr/>
          <p:nvPr/>
        </p:nvSpPr>
        <p:spPr>
          <a:xfrm>
            <a:off x="7477922" y="3511296"/>
            <a:ext cx="256032" cy="256032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Malgun Gothic"/>
              </a:rPr>
              <a:t>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972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>
                <a:solidFill>
                  <a:srgbClr val="FFFFFF"/>
                </a:solidFill>
                <a:latin typeface="Malgun Gothic"/>
              </a:rPr>
              <a:t>6. 글쓰기 - 첨부파일 업로드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" y="713232"/>
            <a:ext cx="3200400" cy="585216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592576" y="694944"/>
            <a:ext cx="8359647" cy="5888736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user_06_wr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0864" y="713232"/>
            <a:ext cx="8323072" cy="5852160"/>
          </a:xfrm>
          <a:prstGeom prst="rect">
            <a:avLst/>
          </a:prstGeom>
        </p:spPr>
      </p:pic>
      <p:sp>
        <p:nvSpPr>
          <p:cNvPr id="7" name="Oval 6"/>
          <p:cNvSpPr/>
          <p:nvPr/>
        </p:nvSpPr>
        <p:spPr>
          <a:xfrm>
            <a:off x="237744" y="1560576"/>
            <a:ext cx="256032" cy="256032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Malgun Gothic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908304"/>
            <a:ext cx="2651760" cy="156057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333333"/>
                </a:solidFill>
                <a:latin typeface="Malgun Gothic"/>
              </a:rPr>
              <a:t>첨부파일 영역</a:t>
            </a:r>
          </a:p>
          <a:p>
            <a:pPr algn="l"/>
            <a:r>
              <a:rPr sz="1000" b="0">
                <a:solidFill>
                  <a:srgbClr val="333333"/>
                </a:solidFill>
                <a:latin typeface="Malgun Gothic"/>
              </a:rPr>
              <a:t>파일을 드래그하거나</a:t>
            </a:r>
          </a:p>
          <a:p>
            <a:pPr algn="l"/>
            <a:r>
              <a:rPr sz="1000" b="0">
                <a:solidFill>
                  <a:srgbClr val="333333"/>
                </a:solidFill>
                <a:latin typeface="Malgun Gothic"/>
              </a:rPr>
              <a:t>클릭하여 첨부합니다</a:t>
            </a:r>
          </a:p>
        </p:txBody>
      </p:sp>
      <p:sp>
        <p:nvSpPr>
          <p:cNvPr id="9" name="Oval 8"/>
          <p:cNvSpPr/>
          <p:nvPr/>
        </p:nvSpPr>
        <p:spPr>
          <a:xfrm>
            <a:off x="4411450" y="4809744"/>
            <a:ext cx="256032" cy="256032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Malgun Gothic"/>
              </a:rPr>
              <a:t>1</a:t>
            </a:r>
          </a:p>
        </p:txBody>
      </p:sp>
      <p:sp>
        <p:nvSpPr>
          <p:cNvPr id="11" name="Oval 10"/>
          <p:cNvSpPr/>
          <p:nvPr/>
        </p:nvSpPr>
        <p:spPr>
          <a:xfrm>
            <a:off x="237744" y="3511296"/>
            <a:ext cx="256032" cy="256032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Malgun Gothic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859024"/>
            <a:ext cx="2651760" cy="156057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333333"/>
                </a:solidFill>
                <a:latin typeface="Malgun Gothic"/>
              </a:rPr>
              <a:t>파일 제한 안내</a:t>
            </a:r>
          </a:p>
          <a:p>
            <a:pPr algn="l"/>
            <a:r>
              <a:rPr sz="1000" b="0">
                <a:solidFill>
                  <a:srgbClr val="333333"/>
                </a:solidFill>
                <a:latin typeface="Malgun Gothic"/>
              </a:rPr>
              <a:t>실행파일(exe, sh, bat 등) 제외</a:t>
            </a:r>
          </a:p>
          <a:p>
            <a:pPr algn="l"/>
            <a:r>
              <a:rPr sz="1000" b="0">
                <a:solidFill>
                  <a:srgbClr val="333333"/>
                </a:solidFill>
                <a:latin typeface="Malgun Gothic"/>
              </a:rPr>
              <a:t>파일당 최대 50MB</a:t>
            </a:r>
          </a:p>
        </p:txBody>
      </p:sp>
      <p:sp>
        <p:nvSpPr>
          <p:cNvPr id="13" name="Oval 12"/>
          <p:cNvSpPr/>
          <p:nvPr/>
        </p:nvSpPr>
        <p:spPr>
          <a:xfrm>
            <a:off x="6581995" y="5334000"/>
            <a:ext cx="256032" cy="256032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Malgun Gothic"/>
              </a:rPr>
              <a:t>2</a:t>
            </a:r>
          </a:p>
        </p:txBody>
      </p:sp>
      <p:sp>
        <p:nvSpPr>
          <p:cNvPr id="15" name="Oval 14"/>
          <p:cNvSpPr/>
          <p:nvPr/>
        </p:nvSpPr>
        <p:spPr>
          <a:xfrm>
            <a:off x="237744" y="5462016"/>
            <a:ext cx="256032" cy="256032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Malgun Gothic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4809744"/>
            <a:ext cx="2651760" cy="156057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333333"/>
                </a:solidFill>
                <a:latin typeface="Malgun Gothic"/>
              </a:rPr>
              <a:t>취소 / 등록 버튼</a:t>
            </a:r>
          </a:p>
          <a:p>
            <a:pPr algn="l"/>
            <a:r>
              <a:rPr sz="1000" b="0">
                <a:solidFill>
                  <a:srgbClr val="333333"/>
                </a:solidFill>
                <a:latin typeface="Malgun Gothic"/>
              </a:rPr>
              <a:t>작성 완료 후 '등록' 클릭</a:t>
            </a:r>
          </a:p>
        </p:txBody>
      </p:sp>
      <p:sp>
        <p:nvSpPr>
          <p:cNvPr id="17" name="Oval 16"/>
          <p:cNvSpPr/>
          <p:nvPr/>
        </p:nvSpPr>
        <p:spPr>
          <a:xfrm>
            <a:off x="8476691" y="6086246"/>
            <a:ext cx="256032" cy="256032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Malgun Gothic"/>
              </a:rPr>
              <a:t>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972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>
                <a:solidFill>
                  <a:srgbClr val="FFFFFF"/>
                </a:solidFill>
                <a:latin typeface="Malgun Gothic"/>
              </a:rPr>
              <a:t>7. 이미지 뷰어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" y="713232"/>
            <a:ext cx="3200400" cy="585216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592576" y="694944"/>
            <a:ext cx="8359647" cy="5888736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user_09_image_view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0864" y="713232"/>
            <a:ext cx="8323072" cy="5852160"/>
          </a:xfrm>
          <a:prstGeom prst="rect">
            <a:avLst/>
          </a:prstGeom>
        </p:spPr>
      </p:pic>
      <p:sp>
        <p:nvSpPr>
          <p:cNvPr id="7" name="Oval 6"/>
          <p:cNvSpPr/>
          <p:nvPr/>
        </p:nvSpPr>
        <p:spPr>
          <a:xfrm>
            <a:off x="237744" y="1316736"/>
            <a:ext cx="256032" cy="256032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Malgun Gothic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859536"/>
            <a:ext cx="2651760" cy="11704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333333"/>
                </a:solidFill>
                <a:latin typeface="Malgun Gothic"/>
              </a:rPr>
              <a:t>게시글 본문의 이미지를</a:t>
            </a:r>
          </a:p>
          <a:p>
            <a:pPr algn="l"/>
            <a:r>
              <a:rPr sz="1000" b="0">
                <a:solidFill>
                  <a:srgbClr val="333333"/>
                </a:solidFill>
                <a:latin typeface="Malgun Gothic"/>
              </a:rPr>
              <a:t>클릭하면 뷰어가 열립니다</a:t>
            </a:r>
          </a:p>
        </p:txBody>
      </p:sp>
      <p:sp>
        <p:nvSpPr>
          <p:cNvPr id="9" name="Oval 8"/>
          <p:cNvSpPr/>
          <p:nvPr/>
        </p:nvSpPr>
        <p:spPr>
          <a:xfrm>
            <a:off x="7644384" y="3218688"/>
            <a:ext cx="256032" cy="256032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Malgun Gothic"/>
              </a:rPr>
              <a:t>1</a:t>
            </a:r>
          </a:p>
        </p:txBody>
      </p:sp>
      <p:sp>
        <p:nvSpPr>
          <p:cNvPr id="11" name="Oval 10"/>
          <p:cNvSpPr/>
          <p:nvPr/>
        </p:nvSpPr>
        <p:spPr>
          <a:xfrm>
            <a:off x="237744" y="2779776"/>
            <a:ext cx="256032" cy="256032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Malgun Gothic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322576"/>
            <a:ext cx="2651760" cy="11704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333333"/>
                </a:solidFill>
                <a:latin typeface="Malgun Gothic"/>
              </a:rPr>
              <a:t>좌우 스와이프 또는</a:t>
            </a:r>
          </a:p>
          <a:p>
            <a:pPr algn="l"/>
            <a:r>
              <a:rPr sz="1000" b="0">
                <a:solidFill>
                  <a:srgbClr val="333333"/>
                </a:solidFill>
                <a:latin typeface="Malgun Gothic"/>
              </a:rPr>
              <a:t>화살표로 이미지 이동</a:t>
            </a:r>
          </a:p>
        </p:txBody>
      </p:sp>
      <p:sp>
        <p:nvSpPr>
          <p:cNvPr id="13" name="Oval 12"/>
          <p:cNvSpPr/>
          <p:nvPr/>
        </p:nvSpPr>
        <p:spPr>
          <a:xfrm>
            <a:off x="10557459" y="3511296"/>
            <a:ext cx="256032" cy="256032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Malgun Gothic"/>
              </a:rPr>
              <a:t>2</a:t>
            </a:r>
          </a:p>
        </p:txBody>
      </p:sp>
      <p:sp>
        <p:nvSpPr>
          <p:cNvPr id="15" name="Oval 14"/>
          <p:cNvSpPr/>
          <p:nvPr/>
        </p:nvSpPr>
        <p:spPr>
          <a:xfrm>
            <a:off x="237744" y="4242816"/>
            <a:ext cx="256032" cy="256032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Malgun Gothic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3785616"/>
            <a:ext cx="2651760" cy="11704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lang="en-US" sz="1000" b="0" dirty="0">
                <a:solidFill>
                  <a:srgbClr val="333333"/>
                </a:solidFill>
                <a:latin typeface="Malgun Gothic"/>
              </a:rPr>
              <a:t> - </a:t>
            </a:r>
            <a:r>
              <a:rPr sz="1000" b="0" dirty="0" err="1">
                <a:solidFill>
                  <a:srgbClr val="333333"/>
                </a:solidFill>
                <a:latin typeface="Malgun Gothic"/>
              </a:rPr>
              <a:t>핀치</a:t>
            </a:r>
            <a:r>
              <a:rPr sz="1000" b="0" dirty="0">
                <a:solidFill>
                  <a:srgbClr val="333333"/>
                </a:solidFill>
                <a:latin typeface="Malgun Gothic"/>
              </a:rPr>
              <a:t> 줌 (</a:t>
            </a:r>
            <a:r>
              <a:rPr sz="1000" b="0" dirty="0" err="1">
                <a:solidFill>
                  <a:srgbClr val="333333"/>
                </a:solidFill>
                <a:latin typeface="Malgun Gothic"/>
              </a:rPr>
              <a:t>모바일</a:t>
            </a:r>
            <a:r>
              <a:rPr sz="1000" b="0" dirty="0">
                <a:solidFill>
                  <a:srgbClr val="333333"/>
                </a:solidFill>
                <a:latin typeface="Malgun Gothic"/>
              </a:rPr>
              <a:t>)</a:t>
            </a:r>
          </a:p>
          <a:p>
            <a:pPr algn="l"/>
            <a:r>
              <a:rPr sz="1000" b="0" dirty="0">
                <a:solidFill>
                  <a:srgbClr val="333333"/>
                </a:solidFill>
                <a:latin typeface="Malgun Gothic"/>
              </a:rPr>
              <a:t>두 </a:t>
            </a:r>
            <a:r>
              <a:rPr sz="1000" b="0" dirty="0" err="1">
                <a:solidFill>
                  <a:srgbClr val="333333"/>
                </a:solidFill>
                <a:latin typeface="Malgun Gothic"/>
              </a:rPr>
              <a:t>손가락으로</a:t>
            </a:r>
            <a:r>
              <a:rPr sz="1000" b="0" dirty="0">
                <a:solidFill>
                  <a:srgbClr val="333333"/>
                </a:solidFill>
                <a:latin typeface="Malgun Gothic"/>
              </a:rPr>
              <a:t> </a:t>
            </a:r>
            <a:r>
              <a:rPr sz="1000" b="0" dirty="0" err="1">
                <a:solidFill>
                  <a:srgbClr val="333333"/>
                </a:solidFill>
                <a:latin typeface="Malgun Gothic"/>
              </a:rPr>
              <a:t>확대</a:t>
            </a:r>
            <a:r>
              <a:rPr sz="1000" b="0" dirty="0">
                <a:solidFill>
                  <a:srgbClr val="333333"/>
                </a:solidFill>
                <a:latin typeface="Malgun Gothic"/>
              </a:rPr>
              <a:t>/</a:t>
            </a:r>
            <a:r>
              <a:rPr sz="1000" b="0" dirty="0" err="1">
                <a:solidFill>
                  <a:srgbClr val="333333"/>
                </a:solidFill>
                <a:latin typeface="Malgun Gothic"/>
              </a:rPr>
              <a:t>축소</a:t>
            </a:r>
            <a:endParaRPr lang="en-US" sz="1000" b="0" dirty="0">
              <a:solidFill>
                <a:srgbClr val="333333"/>
              </a:solidFill>
              <a:latin typeface="Malgun Gothic"/>
            </a:endParaRPr>
          </a:p>
          <a:p>
            <a:pPr algn="l"/>
            <a:endParaRPr lang="en-US" sz="1000" dirty="0">
              <a:solidFill>
                <a:srgbClr val="333333"/>
              </a:solidFill>
              <a:latin typeface="Malgun Gothic"/>
            </a:endParaRPr>
          </a:p>
          <a:p>
            <a:pPr algn="l"/>
            <a:r>
              <a:rPr lang="en-US" sz="1000" b="0" dirty="0">
                <a:solidFill>
                  <a:srgbClr val="333333"/>
                </a:solidFill>
                <a:latin typeface="Malgun Gothic"/>
              </a:rPr>
              <a:t> - </a:t>
            </a:r>
            <a:r>
              <a:rPr lang="ko-KR" altLang="en-US" sz="1000" b="0" dirty="0">
                <a:solidFill>
                  <a:srgbClr val="333333"/>
                </a:solidFill>
                <a:latin typeface="Malgun Gothic"/>
              </a:rPr>
              <a:t>스크롤 </a:t>
            </a:r>
            <a:r>
              <a:rPr lang="en-US" altLang="ko-KR" sz="1000" b="0" dirty="0">
                <a:solidFill>
                  <a:srgbClr val="333333"/>
                </a:solidFill>
                <a:latin typeface="Malgun Gothic"/>
              </a:rPr>
              <a:t>(PC)</a:t>
            </a:r>
          </a:p>
          <a:p>
            <a:pPr algn="l"/>
            <a:r>
              <a:rPr lang="ko-KR" altLang="en-US" sz="1000" dirty="0">
                <a:solidFill>
                  <a:srgbClr val="333333"/>
                </a:solidFill>
                <a:latin typeface="Malgun Gothic"/>
              </a:rPr>
              <a:t>마우스 스크롤로 확대</a:t>
            </a:r>
            <a:r>
              <a:rPr lang="en-US" altLang="ko-KR" sz="1000" dirty="0">
                <a:solidFill>
                  <a:srgbClr val="333333"/>
                </a:solidFill>
                <a:latin typeface="Malgun Gothic"/>
              </a:rPr>
              <a:t>/</a:t>
            </a:r>
            <a:r>
              <a:rPr lang="ko-KR" altLang="en-US" sz="1000" dirty="0">
                <a:solidFill>
                  <a:srgbClr val="333333"/>
                </a:solidFill>
                <a:latin typeface="Malgun Gothic"/>
              </a:rPr>
              <a:t>축소</a:t>
            </a:r>
            <a:endParaRPr sz="1000" b="0" dirty="0">
              <a:solidFill>
                <a:srgbClr val="333333"/>
              </a:solidFill>
              <a:latin typeface="Malgun Gothic"/>
            </a:endParaRPr>
          </a:p>
        </p:txBody>
      </p:sp>
      <p:sp>
        <p:nvSpPr>
          <p:cNvPr id="17" name="Oval 16"/>
          <p:cNvSpPr/>
          <p:nvPr/>
        </p:nvSpPr>
        <p:spPr>
          <a:xfrm>
            <a:off x="7644384" y="4681728"/>
            <a:ext cx="256032" cy="256032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Malgun Gothic"/>
              </a:rPr>
              <a:t>3</a:t>
            </a:r>
          </a:p>
        </p:txBody>
      </p:sp>
      <p:sp>
        <p:nvSpPr>
          <p:cNvPr id="19" name="Oval 18"/>
          <p:cNvSpPr/>
          <p:nvPr/>
        </p:nvSpPr>
        <p:spPr>
          <a:xfrm>
            <a:off x="237744" y="5705856"/>
            <a:ext cx="256032" cy="256032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Malgun Gothic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5248656"/>
            <a:ext cx="2651760" cy="11704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333333"/>
                </a:solidFill>
                <a:latin typeface="Malgun Gothic"/>
              </a:rPr>
              <a:t>X 또는 배경 클릭으로</a:t>
            </a:r>
          </a:p>
          <a:p>
            <a:pPr algn="l"/>
            <a:r>
              <a:rPr sz="1000" b="0">
                <a:solidFill>
                  <a:srgbClr val="333333"/>
                </a:solidFill>
                <a:latin typeface="Malgun Gothic"/>
              </a:rPr>
              <a:t>뷰어를 닫습니다</a:t>
            </a:r>
          </a:p>
        </p:txBody>
      </p:sp>
      <p:sp>
        <p:nvSpPr>
          <p:cNvPr id="21" name="Oval 20"/>
          <p:cNvSpPr/>
          <p:nvPr/>
        </p:nvSpPr>
        <p:spPr>
          <a:xfrm>
            <a:off x="11389766" y="877824"/>
            <a:ext cx="256032" cy="256032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Malgun Gothic"/>
              </a:rPr>
              <a:t>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972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>
                <a:solidFill>
                  <a:srgbClr val="FFFFFF"/>
                </a:solidFill>
                <a:latin typeface="Malgun Gothic"/>
              </a:rPr>
              <a:t>8. 모바일 화면</a:t>
            </a:r>
          </a:p>
        </p:txBody>
      </p:sp>
      <p:sp>
        <p:nvSpPr>
          <p:cNvPr id="4" name="Rectangle 3"/>
          <p:cNvSpPr/>
          <p:nvPr/>
        </p:nvSpPr>
        <p:spPr>
          <a:xfrm>
            <a:off x="708896" y="758952"/>
            <a:ext cx="2697007" cy="5797296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user_07_mobile_l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7184" y="777240"/>
            <a:ext cx="2660431" cy="576072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755616" y="758952"/>
            <a:ext cx="2697007" cy="5797296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user_08_mobile_menu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3904" y="777240"/>
            <a:ext cx="2660431" cy="57607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931920" y="1097280"/>
            <a:ext cx="42976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2C3E50"/>
                </a:solidFill>
                <a:latin typeface="Malgun Gothic"/>
              </a:rPr>
              <a:t>게시글 목록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31920" y="1554480"/>
            <a:ext cx="4297680" cy="20116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333333"/>
                </a:solidFill>
                <a:latin typeface="Malgun Gothic"/>
              </a:rPr>
              <a:t>  - 전체 화면으로 게시글 목록 표시</a:t>
            </a:r>
          </a:p>
          <a:p>
            <a:pPr algn="l"/>
            <a:r>
              <a:rPr sz="1000" b="0">
                <a:solidFill>
                  <a:srgbClr val="333333"/>
                </a:solidFill>
                <a:latin typeface="Malgun Gothic"/>
              </a:rPr>
              <a:t>  - 스크롤 시 자동으로 다음 페이지 로드</a:t>
            </a:r>
          </a:p>
          <a:p>
            <a:pPr algn="l"/>
            <a:r>
              <a:rPr sz="1000" b="0">
                <a:solidFill>
                  <a:srgbClr val="333333"/>
                </a:solidFill>
                <a:latin typeface="Malgun Gothic"/>
              </a:rPr>
              <a:t>    (무한 스크롤)</a:t>
            </a:r>
          </a:p>
          <a:p>
            <a:pPr algn="l"/>
            <a:r>
              <a:rPr sz="1000" b="0">
                <a:solidFill>
                  <a:srgbClr val="333333"/>
                </a:solidFill>
                <a:latin typeface="Malgun Gothic"/>
              </a:rPr>
              <a:t>  - 검색 아이콘으로 검색 패널 열기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3840480"/>
            <a:ext cx="42976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2C3E50"/>
                </a:solidFill>
                <a:latin typeface="Malgun Gothic"/>
              </a:rPr>
              <a:t>카테고리 메뉴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0" y="4297680"/>
            <a:ext cx="4297680" cy="1828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333333"/>
                </a:solidFill>
                <a:latin typeface="Malgun Gothic"/>
              </a:rPr>
              <a:t>  - 좌측 상단 메뉴 버튼(=) 터치</a:t>
            </a:r>
          </a:p>
          <a:p>
            <a:pPr algn="l"/>
            <a:r>
              <a:rPr sz="1000" b="0">
                <a:solidFill>
                  <a:srgbClr val="333333"/>
                </a:solidFill>
                <a:latin typeface="Malgun Gothic"/>
              </a:rPr>
              <a:t>  - 슬라이드 메뉴로 게시판 목록 표시</a:t>
            </a:r>
          </a:p>
          <a:p>
            <a:pPr algn="l"/>
            <a:r>
              <a:rPr sz="1000" b="0">
                <a:solidFill>
                  <a:srgbClr val="333333"/>
                </a:solidFill>
                <a:latin typeface="Malgun Gothic"/>
              </a:rPr>
              <a:t>  - 접속자 정보(이름, 직위) 표시</a:t>
            </a:r>
          </a:p>
          <a:p>
            <a:pPr algn="l"/>
            <a:r>
              <a:rPr sz="1000" b="0">
                <a:solidFill>
                  <a:srgbClr val="333333"/>
                </a:solidFill>
                <a:latin typeface="Malgun Gothic"/>
              </a:rPr>
              <a:t>  - 배경 터치 또는 X 로 닫기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482</Words>
  <Application>Microsoft Office PowerPoint</Application>
  <PresentationFormat>와이드스크린</PresentationFormat>
  <Paragraphs>180</Paragraphs>
  <Slides>10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4" baseType="lpstr">
      <vt:lpstr>Malgun Gothic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김 현준</cp:lastModifiedBy>
  <cp:revision>2</cp:revision>
  <dcterms:created xsi:type="dcterms:W3CDTF">2013-01-27T09:14:16Z</dcterms:created>
  <dcterms:modified xsi:type="dcterms:W3CDTF">2026-02-27T06:21:54Z</dcterms:modified>
  <cp:category/>
</cp:coreProperties>
</file>