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>
                <a:solidFill>
                  <a:srgbClr val="FFFFFF"/>
                </a:solidFill>
                <a:latin typeface="Malgun Gothic"/>
              </a:rPr>
              <a:t>AT-BOARD</a:t>
            </a:r>
          </a:p>
          <a:p>
            <a:pPr algn="ctr"/>
            <a:r>
              <a:rPr sz="4000" b="1">
                <a:solidFill>
                  <a:srgbClr val="FFFFFF"/>
                </a:solidFill>
                <a:latin typeface="Malgun Gothic"/>
              </a:rPr>
              <a:t>관리자 페이지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BDC3C7"/>
                </a:solidFill>
                <a:latin typeface="Malgun Gothic"/>
              </a:rPr>
              <a:t>2026년 2월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023360"/>
            <a:ext cx="3047695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2C3E50"/>
                </a:solidFill>
                <a:latin typeface="Malgun Gothic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515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498DB"/>
                </a:solidFill>
                <a:latin typeface="Malgun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4630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333333"/>
                </a:solidFill>
                <a:latin typeface="Malgun Gothic"/>
              </a:rPr>
              <a:t>관리자 로그인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498DB"/>
                </a:solidFill>
                <a:latin typeface="Malgun Gothi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574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333333"/>
                </a:solidFill>
                <a:latin typeface="Malgun Gothic"/>
              </a:rPr>
              <a:t>대시보드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498DB"/>
                </a:solidFill>
                <a:latin typeface="Malgun Gothic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6517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333333"/>
                </a:solidFill>
                <a:latin typeface="Malgun Gothic"/>
              </a:rPr>
              <a:t>게시판 관리 - 목록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498DB"/>
                </a:solidFill>
                <a:latin typeface="Malgun Gothic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461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333333"/>
                </a:solidFill>
                <a:latin typeface="Malgun Gothic"/>
              </a:rPr>
              <a:t>게시판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048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498DB"/>
                </a:solidFill>
                <a:latin typeface="Malgun Gothic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4048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333333"/>
                </a:solidFill>
                <a:latin typeface="Malgun Gothic"/>
              </a:rPr>
              <a:t>부서 트리 선택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3484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498DB"/>
                </a:solidFill>
                <a:latin typeface="Malgun Gothic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4348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333333"/>
                </a:solidFill>
                <a:latin typeface="Malgun Gothic"/>
              </a:rPr>
              <a:t>게시판 수정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498DB"/>
                </a:solidFill>
                <a:latin typeface="Malgun Gothic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0292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333333"/>
                </a:solidFill>
                <a:latin typeface="Malgun Gothic"/>
              </a:rPr>
              <a:t>게시글 관리 - 목록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62356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498DB"/>
                </a:solidFill>
                <a:latin typeface="Malgun Gothic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6235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333333"/>
                </a:solidFill>
                <a:latin typeface="Malgun Gothic"/>
              </a:rPr>
              <a:t>게시글 상세 / 작성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21792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498DB"/>
                </a:solidFill>
                <a:latin typeface="Malgun Gothic"/>
              </a:rP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62179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333333"/>
                </a:solidFill>
                <a:latin typeface="Malgun Gothic"/>
              </a:rPr>
              <a:t>환경설정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1. 관리자 로그인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2811271" y="694944"/>
            <a:ext cx="6538976" cy="46085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dmin_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559" y="713232"/>
            <a:ext cx="6502400" cy="45720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283463" y="5495544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486400"/>
            <a:ext cx="3322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아이디 입력</a:t>
            </a:r>
          </a:p>
        </p:txBody>
      </p:sp>
      <p:sp>
        <p:nvSpPr>
          <p:cNvPr id="8" name="Oval 7"/>
          <p:cNvSpPr/>
          <p:nvPr/>
        </p:nvSpPr>
        <p:spPr>
          <a:xfrm>
            <a:off x="4964452" y="2743200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4154424" y="5495544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6760" y="5486400"/>
            <a:ext cx="3322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비밀번호 입력</a:t>
            </a:r>
          </a:p>
        </p:txBody>
      </p:sp>
      <p:sp>
        <p:nvSpPr>
          <p:cNvPr id="11" name="Oval 10"/>
          <p:cNvSpPr/>
          <p:nvPr/>
        </p:nvSpPr>
        <p:spPr>
          <a:xfrm>
            <a:off x="4964452" y="3237345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8025384" y="5495544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7720" y="5486400"/>
            <a:ext cx="3322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로그인 버튼</a:t>
            </a:r>
          </a:p>
        </p:txBody>
      </p:sp>
      <p:sp>
        <p:nvSpPr>
          <p:cNvPr id="14" name="Oval 13"/>
          <p:cNvSpPr/>
          <p:nvPr/>
        </p:nvSpPr>
        <p:spPr>
          <a:xfrm>
            <a:off x="4964452" y="3639127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2. 대시보드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713232"/>
            <a:ext cx="3200400" cy="58521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592576" y="694944"/>
            <a:ext cx="8359647" cy="5888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dmin_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864" y="713232"/>
            <a:ext cx="8323072" cy="58521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237744" y="1170432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30275"/>
            <a:ext cx="2651760" cy="93634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사이드바 메뉴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대시보드 / 게시판 관리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게시물 관리 / 환경설정</a:t>
            </a:r>
          </a:p>
        </p:txBody>
      </p:sp>
      <p:sp>
        <p:nvSpPr>
          <p:cNvPr id="9" name="Oval 8"/>
          <p:cNvSpPr/>
          <p:nvPr/>
        </p:nvSpPr>
        <p:spPr>
          <a:xfrm>
            <a:off x="4231924" y="204825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37744" y="2340864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00707"/>
            <a:ext cx="2651760" cy="93634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통계 카드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총 게시물, 총 사용자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총 게시판 수</a:t>
            </a:r>
          </a:p>
        </p:txBody>
      </p:sp>
      <p:sp>
        <p:nvSpPr>
          <p:cNvPr id="13" name="Oval 12"/>
          <p:cNvSpPr/>
          <p:nvPr/>
        </p:nvSpPr>
        <p:spPr>
          <a:xfrm>
            <a:off x="8060537" y="1638604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37744" y="351129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171139"/>
            <a:ext cx="2651760" cy="93634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오늘 작성된 게시물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강조 표시</a:t>
            </a:r>
          </a:p>
        </p:txBody>
      </p:sp>
      <p:sp>
        <p:nvSpPr>
          <p:cNvPr id="17" name="Oval 16"/>
          <p:cNvSpPr/>
          <p:nvPr/>
        </p:nvSpPr>
        <p:spPr>
          <a:xfrm>
            <a:off x="6229461" y="2633471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37744" y="4681728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341571"/>
            <a:ext cx="2651760" cy="93634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빠른 작업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새 게시판 만들기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게시판 관리 / 게시물 관리</a:t>
            </a:r>
          </a:p>
        </p:txBody>
      </p:sp>
      <p:sp>
        <p:nvSpPr>
          <p:cNvPr id="21" name="Oval 20"/>
          <p:cNvSpPr/>
          <p:nvPr/>
        </p:nvSpPr>
        <p:spPr>
          <a:xfrm>
            <a:off x="8060537" y="3920947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3" name="Oval 22"/>
          <p:cNvSpPr/>
          <p:nvPr/>
        </p:nvSpPr>
        <p:spPr>
          <a:xfrm>
            <a:off x="237744" y="5852160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512003"/>
            <a:ext cx="2651760" cy="93634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관리자 정보 / 로그아웃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사이드바 하단</a:t>
            </a:r>
          </a:p>
        </p:txBody>
      </p:sp>
      <p:sp>
        <p:nvSpPr>
          <p:cNvPr id="25" name="Oval 24"/>
          <p:cNvSpPr/>
          <p:nvPr/>
        </p:nvSpPr>
        <p:spPr>
          <a:xfrm>
            <a:off x="3666744" y="620877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3. 게시판 관리 - 목록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713232"/>
            <a:ext cx="3200400" cy="58521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592576" y="694944"/>
            <a:ext cx="8359647" cy="5888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dmin_03_category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864" y="713232"/>
            <a:ext cx="8323072" cy="58521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237744" y="131673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59536"/>
            <a:ext cx="2651760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새 게시판 만들기 버튼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우측 상단</a:t>
            </a:r>
          </a:p>
        </p:txBody>
      </p:sp>
      <p:sp>
        <p:nvSpPr>
          <p:cNvPr id="9" name="Oval 8"/>
          <p:cNvSpPr/>
          <p:nvPr/>
        </p:nvSpPr>
        <p:spPr>
          <a:xfrm>
            <a:off x="10317830" y="884399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37744" y="277977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2651760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게시판명 검색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이름으로 필터링</a:t>
            </a:r>
          </a:p>
        </p:txBody>
      </p:sp>
      <p:sp>
        <p:nvSpPr>
          <p:cNvPr id="13" name="Oval 12"/>
          <p:cNvSpPr/>
          <p:nvPr/>
        </p:nvSpPr>
        <p:spPr>
          <a:xfrm>
            <a:off x="5169349" y="1456575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37744" y="424281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85616"/>
            <a:ext cx="2651760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게시판 테이블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ID, 이름, 설명, 유형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부서코드, 작성권한, 상태</a:t>
            </a:r>
          </a:p>
        </p:txBody>
      </p:sp>
      <p:sp>
        <p:nvSpPr>
          <p:cNvPr id="17" name="Oval 16"/>
          <p:cNvSpPr/>
          <p:nvPr/>
        </p:nvSpPr>
        <p:spPr>
          <a:xfrm>
            <a:off x="8060537" y="2926080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37744" y="570585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248656"/>
            <a:ext cx="2651760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수정 / 삭제 버튼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각 게시판별 관리</a:t>
            </a:r>
          </a:p>
        </p:txBody>
      </p:sp>
      <p:sp>
        <p:nvSpPr>
          <p:cNvPr id="21" name="Oval 20"/>
          <p:cNvSpPr/>
          <p:nvPr/>
        </p:nvSpPr>
        <p:spPr>
          <a:xfrm>
            <a:off x="10973612" y="2340864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4. 게시판 생성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713232"/>
            <a:ext cx="3200400" cy="58521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592576" y="694944"/>
            <a:ext cx="8359647" cy="5888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dmin_04_category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864" y="713232"/>
            <a:ext cx="8323072" cy="58521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237744" y="107289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10768"/>
            <a:ext cx="2651760" cy="7802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게시판명 (필수)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최대 100자</a:t>
            </a:r>
          </a:p>
        </p:txBody>
      </p:sp>
      <p:sp>
        <p:nvSpPr>
          <p:cNvPr id="9" name="Oval 8"/>
          <p:cNvSpPr/>
          <p:nvPr/>
        </p:nvSpPr>
        <p:spPr>
          <a:xfrm>
            <a:off x="8143768" y="1755648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37744" y="204825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786127"/>
            <a:ext cx="2651760" cy="7802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설명 (선택)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게시판에 대한 간단한 설명</a:t>
            </a:r>
          </a:p>
        </p:txBody>
      </p:sp>
      <p:sp>
        <p:nvSpPr>
          <p:cNvPr id="13" name="Oval 12"/>
          <p:cNvSpPr/>
          <p:nvPr/>
        </p:nvSpPr>
        <p:spPr>
          <a:xfrm>
            <a:off x="8143768" y="2516428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37744" y="3023615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761487"/>
            <a:ext cx="2651760" cy="7802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접근 부서 설정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부서 트리에서 선택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미선택 시 전사 공용</a:t>
            </a:r>
          </a:p>
        </p:txBody>
      </p:sp>
      <p:sp>
        <p:nvSpPr>
          <p:cNvPr id="17" name="Oval 16"/>
          <p:cNvSpPr/>
          <p:nvPr/>
        </p:nvSpPr>
        <p:spPr>
          <a:xfrm>
            <a:off x="8143768" y="3628339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37744" y="399897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736848"/>
            <a:ext cx="2651760" cy="7802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관리자만 글 작성 허용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체크 시 사용자 작성 불가</a:t>
            </a:r>
          </a:p>
        </p:txBody>
      </p:sp>
      <p:sp>
        <p:nvSpPr>
          <p:cNvPr id="21" name="Oval 20"/>
          <p:cNvSpPr/>
          <p:nvPr/>
        </p:nvSpPr>
        <p:spPr>
          <a:xfrm>
            <a:off x="5351490" y="4210599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3" name="Oval 22"/>
          <p:cNvSpPr/>
          <p:nvPr/>
        </p:nvSpPr>
        <p:spPr>
          <a:xfrm>
            <a:off x="237744" y="497433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712208"/>
            <a:ext cx="2651760" cy="7802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새글 알림 발송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게시글 작성 시 알림</a:t>
            </a:r>
          </a:p>
        </p:txBody>
      </p:sp>
      <p:sp>
        <p:nvSpPr>
          <p:cNvPr id="25" name="Oval 24"/>
          <p:cNvSpPr/>
          <p:nvPr/>
        </p:nvSpPr>
        <p:spPr>
          <a:xfrm>
            <a:off x="5351490" y="462320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 dirty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7" name="Oval 26"/>
          <p:cNvSpPr/>
          <p:nvPr/>
        </p:nvSpPr>
        <p:spPr>
          <a:xfrm>
            <a:off x="237744" y="594969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687568"/>
            <a:ext cx="2651760" cy="7802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활성화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비활성 시 사용자 미노출</a:t>
            </a:r>
          </a:p>
        </p:txBody>
      </p:sp>
      <p:sp>
        <p:nvSpPr>
          <p:cNvPr id="29" name="Oval 28"/>
          <p:cNvSpPr/>
          <p:nvPr/>
        </p:nvSpPr>
        <p:spPr>
          <a:xfrm>
            <a:off x="5351490" y="5035813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4-1. 부서 트리 선택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713232"/>
            <a:ext cx="3200400" cy="58521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592576" y="694944"/>
            <a:ext cx="8359647" cy="5888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dmin_05_dept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864" y="713232"/>
            <a:ext cx="8323072" cy="58521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237744" y="156057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908304"/>
            <a:ext cx="2651760" cy="15605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펼치기 버튼 (▶)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클릭 시 하위 부서 표시</a:t>
            </a:r>
          </a:p>
        </p:txBody>
      </p:sp>
      <p:sp>
        <p:nvSpPr>
          <p:cNvPr id="9" name="Oval 8"/>
          <p:cNvSpPr/>
          <p:nvPr/>
        </p:nvSpPr>
        <p:spPr>
          <a:xfrm>
            <a:off x="5730077" y="3335731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37744" y="351129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59024"/>
            <a:ext cx="2651760" cy="15605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부서 체크박스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선택할 부서를 체크</a:t>
            </a:r>
          </a:p>
        </p:txBody>
      </p:sp>
      <p:sp>
        <p:nvSpPr>
          <p:cNvPr id="13" name="Oval 12"/>
          <p:cNvSpPr/>
          <p:nvPr/>
        </p:nvSpPr>
        <p:spPr>
          <a:xfrm>
            <a:off x="5979769" y="3745382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37744" y="546201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809744"/>
            <a:ext cx="2651760" cy="15605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상위 부서 선택 시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하위 부서 자동 포함</a:t>
            </a:r>
          </a:p>
        </p:txBody>
      </p:sp>
      <p:sp>
        <p:nvSpPr>
          <p:cNvPr id="17" name="Oval 16"/>
          <p:cNvSpPr/>
          <p:nvPr/>
        </p:nvSpPr>
        <p:spPr>
          <a:xfrm>
            <a:off x="6812076" y="3979468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5. 게시판 수정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713232"/>
            <a:ext cx="3200400" cy="58521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592576" y="694944"/>
            <a:ext cx="8359647" cy="5888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dmin_06_category_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864" y="713232"/>
            <a:ext cx="8323072" cy="58521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237744" y="131673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59536"/>
            <a:ext cx="2651760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기존 설정값 표시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이름, 설명이 미리 채워짐</a:t>
            </a:r>
          </a:p>
        </p:txBody>
      </p:sp>
      <p:sp>
        <p:nvSpPr>
          <p:cNvPr id="9" name="Oval 8"/>
          <p:cNvSpPr/>
          <p:nvPr/>
        </p:nvSpPr>
        <p:spPr>
          <a:xfrm>
            <a:off x="8143768" y="1872691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37744" y="277977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2651760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부서 설정 변경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기존 선택 부서 표시/수정</a:t>
            </a:r>
          </a:p>
        </p:txBody>
      </p:sp>
      <p:sp>
        <p:nvSpPr>
          <p:cNvPr id="13" name="Oval 12"/>
          <p:cNvSpPr/>
          <p:nvPr/>
        </p:nvSpPr>
        <p:spPr>
          <a:xfrm>
            <a:off x="8143768" y="3628339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37744" y="424281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85616"/>
            <a:ext cx="2651760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옵션 변경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관리자전용/알림/활성화</a:t>
            </a:r>
          </a:p>
        </p:txBody>
      </p:sp>
      <p:sp>
        <p:nvSpPr>
          <p:cNvPr id="17" name="Oval 16"/>
          <p:cNvSpPr/>
          <p:nvPr/>
        </p:nvSpPr>
        <p:spPr>
          <a:xfrm>
            <a:off x="6395923" y="4798771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37744" y="570585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248656"/>
            <a:ext cx="2651760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삭제 버튼 (하단)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게시판과 모든 게시글 삭제</a:t>
            </a:r>
          </a:p>
        </p:txBody>
      </p:sp>
      <p:sp>
        <p:nvSpPr>
          <p:cNvPr id="21" name="Oval 20"/>
          <p:cNvSpPr/>
          <p:nvPr/>
        </p:nvSpPr>
        <p:spPr>
          <a:xfrm>
            <a:off x="6395923" y="5852160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6. 게시글 관리 - 목록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713232"/>
            <a:ext cx="3200400" cy="58521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592576" y="694944"/>
            <a:ext cx="8359647" cy="5888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dmin_07_board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864" y="713232"/>
            <a:ext cx="8323072" cy="58521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237744" y="1170432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30275"/>
            <a:ext cx="2651760" cy="93634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카테고리 필터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게시판별 필터링</a:t>
            </a:r>
          </a:p>
        </p:txBody>
      </p:sp>
      <p:sp>
        <p:nvSpPr>
          <p:cNvPr id="9" name="Oval 8"/>
          <p:cNvSpPr/>
          <p:nvPr/>
        </p:nvSpPr>
        <p:spPr>
          <a:xfrm>
            <a:off x="5730077" y="1463040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37744" y="2340864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00707"/>
            <a:ext cx="2651760" cy="93634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검색 유형 / 키워드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제목+내용, 제목, 내용, 작성자</a:t>
            </a:r>
          </a:p>
        </p:txBody>
      </p:sp>
      <p:sp>
        <p:nvSpPr>
          <p:cNvPr id="13" name="Oval 12"/>
          <p:cNvSpPr/>
          <p:nvPr/>
        </p:nvSpPr>
        <p:spPr>
          <a:xfrm>
            <a:off x="7644384" y="1463040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37744" y="351129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171139"/>
            <a:ext cx="2651760" cy="93634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새 게시물 작성 버튼</a:t>
            </a:r>
          </a:p>
        </p:txBody>
      </p:sp>
      <p:sp>
        <p:nvSpPr>
          <p:cNvPr id="17" name="Oval 16"/>
          <p:cNvSpPr/>
          <p:nvPr/>
        </p:nvSpPr>
        <p:spPr>
          <a:xfrm>
            <a:off x="10973612" y="936345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37744" y="4681728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341571"/>
            <a:ext cx="2651760" cy="93634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게시글 테이블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ID, 제목, 작성자, 게시판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작성일, 조회수</a:t>
            </a:r>
          </a:p>
        </p:txBody>
      </p:sp>
      <p:sp>
        <p:nvSpPr>
          <p:cNvPr id="21" name="Oval 20"/>
          <p:cNvSpPr/>
          <p:nvPr/>
        </p:nvSpPr>
        <p:spPr>
          <a:xfrm>
            <a:off x="8060537" y="3218688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3" name="Oval 22"/>
          <p:cNvSpPr/>
          <p:nvPr/>
        </p:nvSpPr>
        <p:spPr>
          <a:xfrm>
            <a:off x="237744" y="5852160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512003"/>
            <a:ext cx="2651760" cy="93634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삭제 버튼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각 게시글별 삭제</a:t>
            </a:r>
          </a:p>
        </p:txBody>
      </p:sp>
      <p:sp>
        <p:nvSpPr>
          <p:cNvPr id="25" name="Oval 24"/>
          <p:cNvSpPr/>
          <p:nvPr/>
        </p:nvSpPr>
        <p:spPr>
          <a:xfrm>
            <a:off x="11140074" y="2223820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7. 게시글 상세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713232"/>
            <a:ext cx="3200400" cy="58521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592576" y="694944"/>
            <a:ext cx="8359647" cy="5888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dmin_08_board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864" y="713232"/>
            <a:ext cx="8323072" cy="58521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237744" y="1170432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30275"/>
            <a:ext cx="2651760" cy="93634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삭제 / 목록으로 버튼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우측 상단</a:t>
            </a:r>
          </a:p>
        </p:txBody>
      </p:sp>
      <p:sp>
        <p:nvSpPr>
          <p:cNvPr id="9" name="Oval 8"/>
          <p:cNvSpPr/>
          <p:nvPr/>
        </p:nvSpPr>
        <p:spPr>
          <a:xfrm>
            <a:off x="10557459" y="1053388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37744" y="2340864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00707"/>
            <a:ext cx="2651760" cy="93634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카테고리 배지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게시판 이름 표시</a:t>
            </a:r>
          </a:p>
        </p:txBody>
      </p:sp>
      <p:sp>
        <p:nvSpPr>
          <p:cNvPr id="13" name="Oval 12"/>
          <p:cNvSpPr/>
          <p:nvPr/>
        </p:nvSpPr>
        <p:spPr>
          <a:xfrm>
            <a:off x="6812076" y="1872691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37744" y="351129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171139"/>
            <a:ext cx="2651760" cy="93634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작성자 / 작성일 / 조회수</a:t>
            </a:r>
          </a:p>
        </p:txBody>
      </p:sp>
      <p:sp>
        <p:nvSpPr>
          <p:cNvPr id="17" name="Oval 16"/>
          <p:cNvSpPr/>
          <p:nvPr/>
        </p:nvSpPr>
        <p:spPr>
          <a:xfrm>
            <a:off x="8060537" y="2340864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37744" y="4681728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341571"/>
            <a:ext cx="2651760" cy="93634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본문 내용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HTML 렌더링</a:t>
            </a:r>
          </a:p>
        </p:txBody>
      </p:sp>
      <p:sp>
        <p:nvSpPr>
          <p:cNvPr id="21" name="Oval 20"/>
          <p:cNvSpPr/>
          <p:nvPr/>
        </p:nvSpPr>
        <p:spPr>
          <a:xfrm>
            <a:off x="8060537" y="3803904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3" name="Oval 22"/>
          <p:cNvSpPr/>
          <p:nvPr/>
        </p:nvSpPr>
        <p:spPr>
          <a:xfrm>
            <a:off x="237744" y="5852160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512003"/>
            <a:ext cx="2651760" cy="93634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첨부파일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관리자는 만료 파일도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다운로드 가능</a:t>
            </a:r>
          </a:p>
        </p:txBody>
      </p:sp>
      <p:sp>
        <p:nvSpPr>
          <p:cNvPr id="25" name="Oval 24"/>
          <p:cNvSpPr/>
          <p:nvPr/>
        </p:nvSpPr>
        <p:spPr>
          <a:xfrm>
            <a:off x="8060537" y="5149900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8. 게시글 작성 (관리자)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713232"/>
            <a:ext cx="3200400" cy="58521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592576" y="694944"/>
            <a:ext cx="8359647" cy="5888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dmin_10_board_wr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864" y="713232"/>
            <a:ext cx="8323072" cy="58521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237744" y="131673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59536"/>
            <a:ext cx="2651760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카테고리 선택</a:t>
            </a:r>
          </a:p>
        </p:txBody>
      </p:sp>
      <p:sp>
        <p:nvSpPr>
          <p:cNvPr id="9" name="Oval 8"/>
          <p:cNvSpPr/>
          <p:nvPr/>
        </p:nvSpPr>
        <p:spPr>
          <a:xfrm>
            <a:off x="8060537" y="1638604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37744" y="277977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2651760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제목 입력</a:t>
            </a:r>
          </a:p>
        </p:txBody>
      </p:sp>
      <p:sp>
        <p:nvSpPr>
          <p:cNvPr id="13" name="Oval 12"/>
          <p:cNvSpPr/>
          <p:nvPr/>
        </p:nvSpPr>
        <p:spPr>
          <a:xfrm>
            <a:off x="8060537" y="2223820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37744" y="424281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85616"/>
            <a:ext cx="2651760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에디터 (본문 작성)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서식, 이미지 삽입 등</a:t>
            </a:r>
          </a:p>
        </p:txBody>
      </p:sp>
      <p:sp>
        <p:nvSpPr>
          <p:cNvPr id="17" name="Oval 16"/>
          <p:cNvSpPr/>
          <p:nvPr/>
        </p:nvSpPr>
        <p:spPr>
          <a:xfrm>
            <a:off x="8060537" y="351129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37744" y="570585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248656"/>
            <a:ext cx="2651760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파일 첨부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관리자는 크기/확장자 제한 없음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첨부파일 만료 없음</a:t>
            </a:r>
          </a:p>
        </p:txBody>
      </p:sp>
      <p:sp>
        <p:nvSpPr>
          <p:cNvPr id="21" name="Oval 20"/>
          <p:cNvSpPr/>
          <p:nvPr/>
        </p:nvSpPr>
        <p:spPr>
          <a:xfrm>
            <a:off x="8060537" y="5383987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9. 환경설정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713232"/>
            <a:ext cx="3200400" cy="58521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592576" y="694944"/>
            <a:ext cx="8359647" cy="5888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dmin_11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864" y="713232"/>
            <a:ext cx="8323072" cy="58521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237744" y="156057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908304"/>
            <a:ext cx="2651760" cy="15605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첨부파일 최대 크기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MB 단위 설정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사용자 업로드에만 적용</a:t>
            </a:r>
          </a:p>
        </p:txBody>
      </p:sp>
      <p:sp>
        <p:nvSpPr>
          <p:cNvPr id="9" name="Oval 8"/>
          <p:cNvSpPr/>
          <p:nvPr/>
        </p:nvSpPr>
        <p:spPr>
          <a:xfrm>
            <a:off x="7644384" y="1755648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37744" y="351129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59024"/>
            <a:ext cx="2651760" cy="15605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차단 확장자 목록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exe, bat 등 위험 확장자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태그 추가/제거</a:t>
            </a:r>
          </a:p>
        </p:txBody>
      </p:sp>
      <p:sp>
        <p:nvSpPr>
          <p:cNvPr id="13" name="Oval 12"/>
          <p:cNvSpPr/>
          <p:nvPr/>
        </p:nvSpPr>
        <p:spPr>
          <a:xfrm>
            <a:off x="7644384" y="316016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37744" y="546201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809744"/>
            <a:ext cx="2651760" cy="15605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보관 규칙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파일 크기별 보관 기간 설정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예: 30MB 이상 → 10일 보관</a:t>
            </a:r>
          </a:p>
        </p:txBody>
      </p:sp>
      <p:sp>
        <p:nvSpPr>
          <p:cNvPr id="17" name="Oval 16"/>
          <p:cNvSpPr/>
          <p:nvPr/>
        </p:nvSpPr>
        <p:spPr>
          <a:xfrm>
            <a:off x="7644384" y="497433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477</Words>
  <Application>Microsoft Office PowerPoint</Application>
  <PresentationFormat>와이드스크린</PresentationFormat>
  <Paragraphs>204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 현준</cp:lastModifiedBy>
  <cp:revision>2</cp:revision>
  <dcterms:created xsi:type="dcterms:W3CDTF">2013-01-27T09:14:16Z</dcterms:created>
  <dcterms:modified xsi:type="dcterms:W3CDTF">2026-02-27T06:24:17Z</dcterms:modified>
  <cp:category/>
</cp:coreProperties>
</file>